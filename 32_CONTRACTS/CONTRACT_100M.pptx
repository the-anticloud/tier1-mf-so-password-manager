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$100,000,000 — Mf So Password 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Strategic | 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Mf So Password Manager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Perpetual OEM + IP co-development agreement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OEM / platform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Included in package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